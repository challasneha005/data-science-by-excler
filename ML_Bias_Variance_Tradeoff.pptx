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50" d="100"/>
          <a:sy n="150" d="100"/>
        </p:scale>
        <p:origin x="86" y="-12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ML Model Performance</a:t>
            </a:r>
          </a:p>
          <a:p>
            <a:r>
              <a:rPr dirty="0"/>
              <a:t>Bias-Variance Tradeoff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Underfitting, Overfitting, Bias &amp; Variance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 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Goal: Build a model that generalizes well to unseen data</a:t>
            </a:r>
          </a:p>
          <a:p>
            <a:r>
              <a:rPr dirty="0"/>
              <a:t> Performance measured by metrics like accuracy, precision, recall, RMSE</a:t>
            </a:r>
          </a:p>
          <a:p>
            <a:r>
              <a:rPr dirty="0"/>
              <a:t>Trade-off between underfitting and overfitting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Model is too simple, fails to capture patterns</a:t>
            </a:r>
          </a:p>
          <a:p>
            <a:r>
              <a:rPr dirty="0"/>
              <a:t>High training error &amp; high test error</a:t>
            </a:r>
          </a:p>
          <a:p>
            <a:r>
              <a:rPr dirty="0"/>
              <a:t>Example: Using linear model for non-linear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Model is too complex, memorizes training data</a:t>
            </a:r>
          </a:p>
          <a:p>
            <a:r>
              <a:rPr dirty="0"/>
              <a:t>Low training error but high test error</a:t>
            </a:r>
          </a:p>
          <a:p>
            <a:r>
              <a:rPr dirty="0"/>
              <a:t>Example: Very deep decision tree without pruning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Bias and Variance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Bias: Error due to wrong assumptions in the model</a:t>
            </a:r>
          </a:p>
          <a:p>
            <a:r>
              <a:rPr dirty="0"/>
              <a:t>High bias → Underfitting</a:t>
            </a:r>
          </a:p>
          <a:p>
            <a:r>
              <a:rPr dirty="0"/>
              <a:t>Variance: Error due to sensitivity to training data</a:t>
            </a:r>
          </a:p>
          <a:p>
            <a:r>
              <a:rPr dirty="0"/>
              <a:t>High variance → Overfitting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Bias-Variance Tradeoff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Increasing model complexity reduces bias but increases variance</a:t>
            </a:r>
          </a:p>
          <a:p>
            <a:r>
              <a:rPr dirty="0"/>
              <a:t>Goal: Find the optimal complexity for minimal test error</a:t>
            </a:r>
          </a:p>
          <a:p>
            <a:r>
              <a:rPr dirty="0"/>
              <a:t>Regularization techniques help balance bias and variance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/>
          <a:lstStyle/>
          <a:p>
            <a:r>
              <a:rPr dirty="0"/>
              <a:t>Diagram 1: Underfitting vs Overfitting curves</a:t>
            </a:r>
          </a:p>
          <a:p>
            <a:r>
              <a:rPr dirty="0"/>
              <a:t>Diagram 2: Bias-Variance Tradeoff curve</a:t>
            </a:r>
          </a:p>
          <a:p>
            <a:r>
              <a:rPr dirty="0"/>
              <a:t>Diagram 3: Model Complexity vs Error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8F2C0-FE96-0AF6-3EE9-4A89EA2DB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Underfitting vs Overfitting curves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0AD9F0C-D84C-267A-7510-E1C60DD8A9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417638"/>
            <a:ext cx="8229600" cy="43880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09FB3B-72E4-E235-C0B6-2427D35D9790}"/>
              </a:ext>
            </a:extLst>
          </p:cNvPr>
          <p:cNvSpPr txBox="1"/>
          <p:nvPr/>
        </p:nvSpPr>
        <p:spPr>
          <a:xfrm>
            <a:off x="604520" y="6043691"/>
            <a:ext cx="79349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/>
              <a:t>Figure Source: https://www.grammarly.com/blog/ai/what-is-underfitting/</a:t>
            </a:r>
          </a:p>
        </p:txBody>
      </p:sp>
    </p:spTree>
    <p:extLst>
      <p:ext uri="{BB962C8B-B14F-4D97-AF65-F5344CB8AC3E}">
        <p14:creationId xmlns:p14="http://schemas.microsoft.com/office/powerpoint/2010/main" val="2880810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59CEA-677E-207D-FF14-E806EAA3A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Causes of underfitting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90944-0DB1-DFD5-BDF5-250180C24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Model architecture is too simple.</a:t>
            </a:r>
          </a:p>
          <a:p>
            <a:r>
              <a:rPr lang="en-US" dirty="0"/>
              <a:t>Poor feature selection</a:t>
            </a:r>
          </a:p>
          <a:p>
            <a:r>
              <a:rPr lang="en-US" dirty="0"/>
              <a:t>Insufficient training data</a:t>
            </a:r>
          </a:p>
          <a:p>
            <a:r>
              <a:rPr lang="en-US" dirty="0"/>
              <a:t>Not enough training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both the training and validation loss are high and remain close to each other throughout the training process, it means the model is underperforming on both datasets.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indicates that the model is not capturing enough information from the data to make accurate predictions, which points to underfitting.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5736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2A9B1-E8C9-F4D0-6E75-EBBA4D755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Causes of Overfitting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83E98-D5ED-802D-E67D-BC408DAF2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 variance and low bias. </a:t>
            </a:r>
          </a:p>
          <a:p>
            <a:r>
              <a:rPr lang="en-US" dirty="0"/>
              <a:t>The model is too complex. </a:t>
            </a:r>
          </a:p>
          <a:p>
            <a:r>
              <a:rPr lang="en-US" dirty="0"/>
              <a:t>The size of the training data.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7009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9BCE2-B7AE-91E3-58BE-78C56EB50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Bias-Variance Trade-off</a:t>
            </a:r>
          </a:p>
        </p:txBody>
      </p:sp>
      <p:pic>
        <p:nvPicPr>
          <p:cNvPr id="3074" name="Picture 2" descr="Overfitting and Underfitting in machine learning">
            <a:extLst>
              <a:ext uri="{FF2B5EF4-FFF2-40B4-BE49-F238E27FC236}">
                <a16:creationId xmlns:a16="http://schemas.microsoft.com/office/drawing/2014/main" id="{201F444F-262F-54B7-AE04-C41B9F0B354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" y="1864836"/>
            <a:ext cx="7143750" cy="398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8A70C4-E10C-5D34-BC85-651FC042C7EE}"/>
              </a:ext>
            </a:extLst>
          </p:cNvPr>
          <p:cNvSpPr txBox="1"/>
          <p:nvPr/>
        </p:nvSpPr>
        <p:spPr>
          <a:xfrm>
            <a:off x="3481432" y="5846286"/>
            <a:ext cx="1896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Model Complexity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D874A1-BEF8-286B-46AE-617C2003A98C}"/>
              </a:ext>
            </a:extLst>
          </p:cNvPr>
          <p:cNvSpPr txBox="1"/>
          <p:nvPr/>
        </p:nvSpPr>
        <p:spPr>
          <a:xfrm>
            <a:off x="344689" y="3280095"/>
            <a:ext cx="655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Error</a:t>
            </a:r>
          </a:p>
        </p:txBody>
      </p:sp>
    </p:spTree>
    <p:extLst>
      <p:ext uri="{BB962C8B-B14F-4D97-AF65-F5344CB8AC3E}">
        <p14:creationId xmlns:p14="http://schemas.microsoft.com/office/powerpoint/2010/main" val="1344576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292</Words>
  <Application>Microsoft Office PowerPoint</Application>
  <PresentationFormat>On-screen Show (4:3)</PresentationFormat>
  <Paragraphs>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ML Model Performance Bias-Variance Tradeoff</vt:lpstr>
      <vt:lpstr>ML Model Performance</vt:lpstr>
      <vt:lpstr>Underfitting</vt:lpstr>
      <vt:lpstr>Overfitting</vt:lpstr>
      <vt:lpstr>Bias and Variance</vt:lpstr>
      <vt:lpstr>Bias-Variance Tradeoff</vt:lpstr>
      <vt:lpstr>Visual Diagrams</vt:lpstr>
      <vt:lpstr>Underfitting vs Overfitting curves</vt:lpstr>
      <vt:lpstr>Causes of underfitting</vt:lpstr>
      <vt:lpstr>Causes of Overfitting</vt:lpstr>
      <vt:lpstr>Bias-Variance Trade-off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Shiva Charan</cp:lastModifiedBy>
  <cp:revision>3</cp:revision>
  <dcterms:created xsi:type="dcterms:W3CDTF">2013-01-27T09:14:16Z</dcterms:created>
  <dcterms:modified xsi:type="dcterms:W3CDTF">2025-09-16T04:55:29Z</dcterms:modified>
  <cp:category/>
</cp:coreProperties>
</file>